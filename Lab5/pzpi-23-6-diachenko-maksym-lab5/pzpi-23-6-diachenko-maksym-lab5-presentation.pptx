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Програмна система аналізу природних ресурсів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Дяченко Максим, ПЗПІ-23-6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Дані про природні ресурси часто зберігаються у різних джерелах: звітах, таблицях, локальних системах. Це ускладнює аналіз і прийняття рішень.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Мета системи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Створити єдине середовище для збирання, перевірки, зберігання та аналізу даних про земельні, водні та лісові ресурси.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Основні компоненти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• Backend API</a:t>
            </a:r>
          </a:p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• База даних</a:t>
            </a:r>
          </a:p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• Web-застосунок</a:t>
            </a:r>
          </a:p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• Мобільний застосунок</a:t>
            </a:r>
          </a:p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• IoT-джерела даних</a:t>
            </a:r>
          </a:p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• Механізми масштабування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Web-застосунок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Користувач переглядає аналітику та звіти. Адміністратор керує користувачами, даними, імпортом, експортом і резервним копіюванням.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Мобільний застосунок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Мобільний клієнт дозволяє переглядати показники, фільтрувати дані та додавати польові спостереження з координатами.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Масштабування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Backend API контейнеризовано, передбачено горизонтальне масштабування через Kubernetes, Load Balancer та Horizontal Pod Autoscaler.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Виконані функції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Розроблено архітектуру системи, матеріали Vision &amp; Scope, мобільний клієнт, web-клієнт, конфігурації масштабування та демонстраційні матеріали.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Подальший розвиток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У наступних релізах можна додати ШІ для прогнозування, виявлення аномалій, аналізу супутникових знімків і рекомендацій для фахівців.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B60"/>
                </a:solidFill>
                <a:latin typeface="Aptos Display"/>
              </a:defRPr>
            </a:pPr>
            <a:r>
              <a:t>Висновки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44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ptos"/>
              </a:defRPr>
            </a:pPr>
            <a:r>
              <a:t>Проєкт демонструє комплексний підхід до побудови системи аналізу природних ресурсів із web, mobile, backend та scaling-компонентами.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0505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