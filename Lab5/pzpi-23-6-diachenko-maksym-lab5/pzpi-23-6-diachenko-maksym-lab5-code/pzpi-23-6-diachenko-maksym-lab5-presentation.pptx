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Презентація готового проєкту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Дяченко Максим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ПЗПІ-23-6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Архітектура програмного забезпечення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дані про природні ресурси зберігаються у різних джерелах;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підготовка звітів займає багато часу;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важко відстежувати зміни показників у динаміці.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Мета системи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централізувати дані про природні ресурси;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забезпечити перевірку, аналіз і звітність;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підтримати прийняття управлінських рішень.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Основні користувачі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адміністратор;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оператор введення даних;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аналітик;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гість для перегляду відкритих даних.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Архітектура системи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Web-клієнт для аналітики й адміністрування;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мобільний застосунок для польових даних;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backend API та база даних;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IoT-канал отримання вимірювань.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Виконані функції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довідники ресурсів і показників;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імпорт і введення даних;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фільтрація та аналітичні графіки;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експорт звітів;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рольовий доступ.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Мобільний і Web клієнти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мобільний клієнт доповнює систему польовими записами;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Web-клієнт забезпечує повний аналіз і адміністрування;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підтримано українську й англійську локалізацію.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Масштабування backend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горизонтальне масштабування інстансів;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Nginx як load balancer;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PostgreSQL як центральна база даних;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Redis для кешування аналітичних запитів.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Подальший розвиток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інтеграція ШІ для виявлення аномалій;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прогнозування змін показників;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геоаналітика та карти;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підключення відкритих державних наборів даних.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375A"/>
                </a:solidFill>
              </a:defRPr>
            </a:pPr>
            <a:r>
              <a:t>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проєкт демонструє цілісну архітектуру системи;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підготовлено Web, mobile, backend та scaling-концепцію;</a:t>
            </a:r>
          </a:p>
          <a:p>
            <a:pPr>
              <a:spcAft>
                <a:spcPts val="1000"/>
              </a:spcAft>
              <a:defRPr sz="2300">
                <a:solidFill>
                  <a:srgbClr val="232323"/>
                </a:solidFill>
              </a:defRPr>
            </a:pPr>
            <a:r>
              <a:t>• система має практичну цінність для аналізу природних ресурсів.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/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